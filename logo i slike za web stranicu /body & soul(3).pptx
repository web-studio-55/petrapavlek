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alibu" charset="1" panose="02000000000000000000"/>
      <p:regular r:id="rId12"/>
    </p:embeddedFont>
    <p:embeddedFont>
      <p:font typeface="Gotham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09065" y="813037"/>
            <a:ext cx="8660926" cy="86609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5F2"/>
            </a:solidFill>
            <a:ln w="9525" cap="sq">
              <a:solidFill>
                <a:srgbClr val="BF917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4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57441" y="4436893"/>
            <a:ext cx="8312549" cy="278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8"/>
              </a:lnSpc>
            </a:pPr>
            <a:r>
              <a:rPr lang="en-US" sz="16113">
                <a:solidFill>
                  <a:srgbClr val="BF9179"/>
                </a:solidFill>
                <a:latin typeface="Malibu"/>
                <a:ea typeface="Malibu"/>
                <a:cs typeface="Malibu"/>
                <a:sym typeface="Malibu"/>
              </a:rPr>
              <a:t>samadhi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14494" y="1514688"/>
            <a:ext cx="3862501" cy="3904128"/>
          </a:xfrm>
          <a:custGeom>
            <a:avLst/>
            <a:gdLst/>
            <a:ahLst/>
            <a:cxnLst/>
            <a:rect r="r" b="b" t="t" l="l"/>
            <a:pathLst>
              <a:path h="3904128" w="3862501">
                <a:moveTo>
                  <a:pt x="0" y="0"/>
                </a:moveTo>
                <a:lnTo>
                  <a:pt x="3862501" y="0"/>
                </a:lnTo>
                <a:lnTo>
                  <a:pt x="3862501" y="3904128"/>
                </a:lnTo>
                <a:lnTo>
                  <a:pt x="0" y="390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29725" y="7010459"/>
            <a:ext cx="10167983" cy="37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161" spc="1210">
                <a:solidFill>
                  <a:srgbClr val="BF9179"/>
                </a:solidFill>
                <a:latin typeface="Gotham"/>
                <a:ea typeface="Gotham"/>
                <a:cs typeface="Gotham"/>
                <a:sym typeface="Gotham"/>
              </a:rPr>
              <a:t>BY PETRA PAVLEK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40280" y="4592713"/>
            <a:ext cx="5475183" cy="181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58"/>
              </a:lnSpc>
            </a:pPr>
            <a:r>
              <a:rPr lang="en-US" sz="10613">
                <a:solidFill>
                  <a:srgbClr val="BF9179"/>
                </a:solidFill>
                <a:latin typeface="Malibu"/>
                <a:ea typeface="Malibu"/>
                <a:cs typeface="Malibu"/>
                <a:sym typeface="Malibu"/>
              </a:rPr>
              <a:t>samadhi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97079">
            <a:off x="3867973" y="5057478"/>
            <a:ext cx="3157904" cy="602873"/>
          </a:xfrm>
          <a:custGeom>
            <a:avLst/>
            <a:gdLst/>
            <a:ahLst/>
            <a:cxnLst/>
            <a:rect r="r" b="b" t="t" l="l"/>
            <a:pathLst>
              <a:path h="602873" w="3157904">
                <a:moveTo>
                  <a:pt x="3157904" y="0"/>
                </a:moveTo>
                <a:lnTo>
                  <a:pt x="0" y="0"/>
                </a:lnTo>
                <a:lnTo>
                  <a:pt x="0" y="602872"/>
                </a:lnTo>
                <a:lnTo>
                  <a:pt x="3157904" y="602872"/>
                </a:lnTo>
                <a:lnTo>
                  <a:pt x="31579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32272" y="3882234"/>
            <a:ext cx="2495637" cy="2522533"/>
          </a:xfrm>
          <a:custGeom>
            <a:avLst/>
            <a:gdLst/>
            <a:ahLst/>
            <a:cxnLst/>
            <a:rect r="r" b="b" t="t" l="l"/>
            <a:pathLst>
              <a:path h="2522533" w="2495637">
                <a:moveTo>
                  <a:pt x="0" y="0"/>
                </a:moveTo>
                <a:lnTo>
                  <a:pt x="2495637" y="0"/>
                </a:lnTo>
                <a:lnTo>
                  <a:pt x="2495637" y="2522532"/>
                </a:lnTo>
                <a:lnTo>
                  <a:pt x="0" y="2522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79040" y="4533690"/>
            <a:ext cx="5399584" cy="179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653"/>
              </a:lnSpc>
            </a:pPr>
            <a:r>
              <a:rPr lang="en-US" sz="10466">
                <a:solidFill>
                  <a:srgbClr val="BF9179"/>
                </a:solidFill>
                <a:latin typeface="Malibu"/>
                <a:ea typeface="Malibu"/>
                <a:cs typeface="Malibu"/>
                <a:sym typeface="Malibu"/>
              </a:rPr>
              <a:t>samadhi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77731" y="6237709"/>
            <a:ext cx="6802203" cy="2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</a:pPr>
            <a:r>
              <a:rPr lang="en-US" sz="1695" spc="710">
                <a:solidFill>
                  <a:srgbClr val="BF9179"/>
                </a:solidFill>
                <a:latin typeface="Gotham"/>
                <a:ea typeface="Gotham"/>
                <a:cs typeface="Gotham"/>
                <a:sym typeface="Gotham"/>
              </a:rPr>
              <a:t>BY PETRA PAVLEK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871553" y="3778581"/>
            <a:ext cx="2461178" cy="2487703"/>
          </a:xfrm>
          <a:custGeom>
            <a:avLst/>
            <a:gdLst/>
            <a:ahLst/>
            <a:cxnLst/>
            <a:rect r="r" b="b" t="t" l="l"/>
            <a:pathLst>
              <a:path h="2487703" w="2461178">
                <a:moveTo>
                  <a:pt x="0" y="0"/>
                </a:moveTo>
                <a:lnTo>
                  <a:pt x="2461178" y="0"/>
                </a:lnTo>
                <a:lnTo>
                  <a:pt x="2461178" y="2487703"/>
                </a:lnTo>
                <a:lnTo>
                  <a:pt x="0" y="2487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97079">
            <a:off x="3963042" y="4987807"/>
            <a:ext cx="3114301" cy="594548"/>
          </a:xfrm>
          <a:custGeom>
            <a:avLst/>
            <a:gdLst/>
            <a:ahLst/>
            <a:cxnLst/>
            <a:rect r="r" b="b" t="t" l="l"/>
            <a:pathLst>
              <a:path h="594548" w="3114301">
                <a:moveTo>
                  <a:pt x="3114301" y="0"/>
                </a:moveTo>
                <a:lnTo>
                  <a:pt x="0" y="0"/>
                </a:lnTo>
                <a:lnTo>
                  <a:pt x="0" y="594548"/>
                </a:lnTo>
                <a:lnTo>
                  <a:pt x="3114301" y="594548"/>
                </a:lnTo>
                <a:lnTo>
                  <a:pt x="31143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40280" y="4592713"/>
            <a:ext cx="5475183" cy="181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58"/>
              </a:lnSpc>
            </a:pPr>
            <a:r>
              <a:rPr lang="en-US" sz="10613">
                <a:solidFill>
                  <a:srgbClr val="BF9179"/>
                </a:solidFill>
                <a:latin typeface="Malibu"/>
                <a:ea typeface="Malibu"/>
                <a:cs typeface="Malibu"/>
                <a:sym typeface="Malibu"/>
              </a:rPr>
              <a:t>samadhi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97079">
            <a:off x="3867973" y="5057478"/>
            <a:ext cx="3157904" cy="602873"/>
          </a:xfrm>
          <a:custGeom>
            <a:avLst/>
            <a:gdLst/>
            <a:ahLst/>
            <a:cxnLst/>
            <a:rect r="r" b="b" t="t" l="l"/>
            <a:pathLst>
              <a:path h="602873" w="3157904">
                <a:moveTo>
                  <a:pt x="3157904" y="0"/>
                </a:moveTo>
                <a:lnTo>
                  <a:pt x="0" y="0"/>
                </a:lnTo>
                <a:lnTo>
                  <a:pt x="0" y="602872"/>
                </a:lnTo>
                <a:lnTo>
                  <a:pt x="3157904" y="602872"/>
                </a:lnTo>
                <a:lnTo>
                  <a:pt x="31579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17675" y="1653184"/>
            <a:ext cx="5475183" cy="181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58"/>
              </a:lnSpc>
            </a:pPr>
            <a:r>
              <a:rPr lang="en-US" sz="10613">
                <a:solidFill>
                  <a:srgbClr val="BF9179"/>
                </a:solidFill>
                <a:latin typeface="Malibu"/>
                <a:ea typeface="Malibu"/>
                <a:cs typeface="Malibu"/>
                <a:sym typeface="Malibu"/>
              </a:rPr>
              <a:t>samadhi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97079">
            <a:off x="4045368" y="2117950"/>
            <a:ext cx="3157904" cy="602873"/>
          </a:xfrm>
          <a:custGeom>
            <a:avLst/>
            <a:gdLst/>
            <a:ahLst/>
            <a:cxnLst/>
            <a:rect r="r" b="b" t="t" l="l"/>
            <a:pathLst>
              <a:path h="602873" w="3157904">
                <a:moveTo>
                  <a:pt x="3157904" y="0"/>
                </a:moveTo>
                <a:lnTo>
                  <a:pt x="0" y="0"/>
                </a:lnTo>
                <a:lnTo>
                  <a:pt x="0" y="602872"/>
                </a:lnTo>
                <a:lnTo>
                  <a:pt x="3157904" y="602872"/>
                </a:lnTo>
                <a:lnTo>
                  <a:pt x="31579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71488" y="5460665"/>
            <a:ext cx="5475183" cy="181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58"/>
              </a:lnSpc>
            </a:pPr>
            <a:r>
              <a:rPr lang="en-US" sz="10613">
                <a:solidFill>
                  <a:srgbClr val="BF9179"/>
                </a:solidFill>
                <a:latin typeface="Malibu"/>
                <a:ea typeface="Malibu"/>
                <a:cs typeface="Malibu"/>
                <a:sym typeface="Malibu"/>
              </a:rPr>
              <a:t>samadhi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97079">
            <a:off x="5680771" y="6370224"/>
            <a:ext cx="970033" cy="188884"/>
          </a:xfrm>
          <a:custGeom>
            <a:avLst/>
            <a:gdLst/>
            <a:ahLst/>
            <a:cxnLst/>
            <a:rect r="r" b="b" t="t" l="l"/>
            <a:pathLst>
              <a:path h="188884" w="970033">
                <a:moveTo>
                  <a:pt x="970033" y="0"/>
                </a:moveTo>
                <a:lnTo>
                  <a:pt x="0" y="0"/>
                </a:lnTo>
                <a:lnTo>
                  <a:pt x="0" y="188884"/>
                </a:lnTo>
                <a:lnTo>
                  <a:pt x="970033" y="188884"/>
                </a:lnTo>
                <a:lnTo>
                  <a:pt x="9700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19175" r="-22554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37487" y="5583890"/>
            <a:ext cx="2438776" cy="1602504"/>
          </a:xfrm>
          <a:custGeom>
            <a:avLst/>
            <a:gdLst/>
            <a:ahLst/>
            <a:cxnLst/>
            <a:rect r="r" b="b" t="t" l="l"/>
            <a:pathLst>
              <a:path h="1602504" w="2438776">
                <a:moveTo>
                  <a:pt x="0" y="0"/>
                </a:moveTo>
                <a:lnTo>
                  <a:pt x="2438776" y="0"/>
                </a:lnTo>
                <a:lnTo>
                  <a:pt x="2438776" y="1602504"/>
                </a:lnTo>
                <a:lnTo>
                  <a:pt x="0" y="1602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80082" y="1498393"/>
            <a:ext cx="2079931" cy="1841986"/>
          </a:xfrm>
          <a:custGeom>
            <a:avLst/>
            <a:gdLst/>
            <a:ahLst/>
            <a:cxnLst/>
            <a:rect r="r" b="b" t="t" l="l"/>
            <a:pathLst>
              <a:path h="1841986" w="2079931">
                <a:moveTo>
                  <a:pt x="0" y="0"/>
                </a:moveTo>
                <a:lnTo>
                  <a:pt x="2079931" y="0"/>
                </a:lnTo>
                <a:lnTo>
                  <a:pt x="2079931" y="1841986"/>
                </a:lnTo>
                <a:lnTo>
                  <a:pt x="0" y="1841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57843" y="5451276"/>
            <a:ext cx="5475183" cy="181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858"/>
              </a:lnSpc>
            </a:pPr>
            <a:r>
              <a:rPr lang="en-US" sz="10613">
                <a:solidFill>
                  <a:srgbClr val="BF9179"/>
                </a:solidFill>
                <a:latin typeface="Malibu"/>
                <a:ea typeface="Malibu"/>
                <a:cs typeface="Malibu"/>
                <a:sym typeface="Malibu"/>
              </a:rPr>
              <a:t>samadhi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97079">
            <a:off x="5885535" y="5916041"/>
            <a:ext cx="3157904" cy="602873"/>
          </a:xfrm>
          <a:custGeom>
            <a:avLst/>
            <a:gdLst/>
            <a:ahLst/>
            <a:cxnLst/>
            <a:rect r="r" b="b" t="t" l="l"/>
            <a:pathLst>
              <a:path h="602873" w="3157904">
                <a:moveTo>
                  <a:pt x="3157905" y="0"/>
                </a:moveTo>
                <a:lnTo>
                  <a:pt x="0" y="0"/>
                </a:lnTo>
                <a:lnTo>
                  <a:pt x="0" y="602873"/>
                </a:lnTo>
                <a:lnTo>
                  <a:pt x="3157905" y="602873"/>
                </a:lnTo>
                <a:lnTo>
                  <a:pt x="31579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193562" y="2994000"/>
            <a:ext cx="3779475" cy="4144471"/>
          </a:xfrm>
          <a:custGeom>
            <a:avLst/>
            <a:gdLst/>
            <a:ahLst/>
            <a:cxnLst/>
            <a:rect r="r" b="b" t="t" l="l"/>
            <a:pathLst>
              <a:path h="4144471" w="3779475">
                <a:moveTo>
                  <a:pt x="3779475" y="0"/>
                </a:moveTo>
                <a:lnTo>
                  <a:pt x="0" y="0"/>
                </a:lnTo>
                <a:lnTo>
                  <a:pt x="0" y="4144470"/>
                </a:lnTo>
                <a:lnTo>
                  <a:pt x="3779475" y="4144470"/>
                </a:lnTo>
                <a:lnTo>
                  <a:pt x="37794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DAGsA9D0m28</dc:identifier>
  <dcterms:modified xsi:type="dcterms:W3CDTF">2011-08-01T06:04:30Z</dcterms:modified>
  <cp:revision>1</cp:revision>
  <dc:title>body &amp; soul</dc:title>
</cp:coreProperties>
</file>